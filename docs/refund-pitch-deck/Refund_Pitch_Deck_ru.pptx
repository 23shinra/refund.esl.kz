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7315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286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969264"/>
            <a:ext cx="5074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поддержка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сложна.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373989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помогает за несколько минут понять,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какие меры поддержки доступны именно вам.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4983480"/>
            <a:ext cx="4434840" cy="512064"/>
          </a:xfrm>
          <a:prstGeom prst="roundRect">
            <a:avLst>
              <a:gd name="adj" fmla="val 28571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51114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Простая навигация по государственным услугам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89320" y="713232"/>
            <a:ext cx="5577840" cy="5440680"/>
          </a:xfrm>
          <a:prstGeom prst="roundRect">
            <a:avLst>
              <a:gd name="adj" fmla="val 2689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pic>
        <p:nvPicPr>
          <p:cNvPr id="7" name="Image 0" descr="/var/www/refund.esl.kz/docs/refund-pitch-deck/service-journ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81344" y="987552"/>
            <a:ext cx="5193792" cy="38953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5029200"/>
            <a:ext cx="443484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57416" y="5239512"/>
            <a:ext cx="173736" cy="17373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59168" y="5184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хаоса — к понятному следующему шагу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877824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вопроса —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 результату.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6112" y="2852928"/>
            <a:ext cx="4864608" cy="0"/>
          </a:xfrm>
          <a:prstGeom prst="line">
            <a:avLst/>
          </a:prstGeom>
          <a:noFill/>
          <a:ln w="19050">
            <a:solidFill>
              <a:srgbClr val="E5EBE8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85800" y="26517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752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93192" y="3227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Кто вы?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72768" y="26517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2752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80160" y="3227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9736" y="26517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2752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67128" y="3227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Льготы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46704" y="26517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752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54096" y="3227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Инструкция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33672" y="26517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2752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41064" y="3227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Специалист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651760"/>
            <a:ext cx="402336" cy="402336"/>
          </a:xfrm>
          <a:prstGeom prst="ellipse">
            <a:avLst/>
          </a:prstGeom>
          <a:solidFill>
            <a:srgbClr val="0D7A5F"/>
          </a:solidFill>
          <a:ln w="15240">
            <a:solidFill>
              <a:srgbClr val="0D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52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28032" y="322783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713232"/>
            <a:ext cx="2944368" cy="5440680"/>
          </a:xfrm>
          <a:prstGeom prst="roundRect">
            <a:avLst>
              <a:gd name="adj" fmla="val 11801"/>
            </a:avLst>
          </a:prstGeom>
          <a:solidFill>
            <a:srgbClr val="10221E"/>
          </a:solidFill>
          <a:ln w="12700">
            <a:solidFill>
              <a:srgbClr val="10221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54112" y="914400"/>
            <a:ext cx="2615184" cy="5047488"/>
          </a:xfrm>
          <a:prstGeom prst="roundRect">
            <a:avLst>
              <a:gd name="adj" fmla="val 101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1069848"/>
            <a:ext cx="932688" cy="109728"/>
          </a:xfrm>
          <a:prstGeom prst="roundRect">
            <a:avLst>
              <a:gd name="adj" fmla="val 66667"/>
            </a:avLst>
          </a:prstGeom>
          <a:solidFill>
            <a:srgbClr val="10221E"/>
          </a:solidFill>
          <a:ln w="12700">
            <a:solidFill>
              <a:srgbClr val="10221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1517904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2168" y="1481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" kern="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28432" y="19019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Подберём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ваши возможности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10144" y="2660904"/>
            <a:ext cx="2103120" cy="640080"/>
          </a:xfrm>
          <a:prstGeom prst="roundRect">
            <a:avLst>
              <a:gd name="adj" fmla="val 22857"/>
            </a:avLst>
          </a:prstGeom>
          <a:solidFill>
            <a:srgbClr val="E6F4EF"/>
          </a:solidFill>
          <a:ln w="12700">
            <a:solidFill>
              <a:srgbClr val="E6F4E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47304" y="2770632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B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47304" y="2779776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0" y="2779776"/>
            <a:ext cx="12435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Семья и дети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29718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Подходит вам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10144" y="3547872"/>
            <a:ext cx="2103120" cy="566928"/>
          </a:xfrm>
          <a:prstGeom prst="roundRect">
            <a:avLst>
              <a:gd name="adj" fmla="val 25806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373075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Пошаговый план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10144" y="4334256"/>
            <a:ext cx="2103120" cy="676656"/>
          </a:xfrm>
          <a:prstGeom prst="roundRect">
            <a:avLst>
              <a:gd name="adj" fmla="val 21622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0144" y="455371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Получить помощь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518464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экран.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следующий шаг.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50608" y="5440680"/>
            <a:ext cx="301752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86868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Польза для каждого.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Экономика для Refund.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21792" y="2148840"/>
            <a:ext cx="3401568" cy="2514600"/>
          </a:xfrm>
          <a:prstGeom prst="roundRect">
            <a:avLst>
              <a:gd name="adj" fmla="val 5818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2377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77824" y="2770632"/>
            <a:ext cx="2889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" y="3227832"/>
            <a:ext cx="2889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Находит ответы за минуты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вместо часов поиска.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2148840"/>
            <a:ext cx="3401568" cy="2514600"/>
          </a:xfrm>
          <a:prstGeom prst="roundRect">
            <a:avLst>
              <a:gd name="adj" fmla="val 5818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377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45152" y="2770632"/>
            <a:ext cx="2889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Партнёр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3227832"/>
            <a:ext cx="2889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Получает готовых клиентов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конкретным запросом.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56448" y="2148840"/>
            <a:ext cx="3401568" cy="2514600"/>
          </a:xfrm>
          <a:prstGeom prst="roundRect">
            <a:avLst>
              <a:gd name="adj" fmla="val 5818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377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0" y="2770632"/>
            <a:ext cx="2889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3227832"/>
            <a:ext cx="2889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Зарабатывает на подписке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сопровождении.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38528" y="5358384"/>
            <a:ext cx="512064" cy="512064"/>
          </a:xfrm>
          <a:prstGeom prst="ellipse">
            <a:avLst/>
          </a:prstGeom>
          <a:solidFill>
            <a:srgbClr val="E6F4EF"/>
          </a:solidFill>
          <a:ln w="12700">
            <a:solidFill>
              <a:srgbClr val="E6F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5394960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5404104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51760" y="5614416"/>
            <a:ext cx="2075688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19472" y="5358384"/>
            <a:ext cx="512064" cy="512064"/>
          </a:xfrm>
          <a:prstGeom prst="ellipse">
            <a:avLst/>
          </a:prstGeom>
          <a:solidFill>
            <a:srgbClr val="E6F4EF"/>
          </a:solidFill>
          <a:ln w="12700">
            <a:solidFill>
              <a:srgbClr val="E6F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65192" y="5394960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5404104"/>
            <a:ext cx="429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50992" y="5614416"/>
            <a:ext cx="2075688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18704" y="5358384"/>
            <a:ext cx="512064" cy="51206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544982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606247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90288" y="606247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помощь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80376" y="606247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87782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Время для Refund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пришло.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Четыре сдвига, которые делают новый стандарт неизбежным.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3136392"/>
            <a:ext cx="2423160" cy="1993392"/>
          </a:xfrm>
          <a:prstGeom prst="roundRect">
            <a:avLst>
              <a:gd name="adj" fmla="val 7339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3429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05256" y="4133088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Цифровое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93008" y="3136392"/>
            <a:ext cx="2423160" cy="1993392"/>
          </a:xfrm>
          <a:prstGeom prst="roundRect">
            <a:avLst>
              <a:gd name="adj" fmla="val 7339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3429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39896" y="4133088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услуг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7648" y="3136392"/>
            <a:ext cx="2423160" cy="1993392"/>
          </a:xfrm>
          <a:prstGeom prst="roundRect">
            <a:avLst>
              <a:gd name="adj" fmla="val 7339"/>
            </a:avLst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3429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74536" y="4133088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Персональный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2288" y="3136392"/>
            <a:ext cx="2423160" cy="1993392"/>
          </a:xfrm>
          <a:prstGeom prst="roundRect">
            <a:avLst>
              <a:gd name="adj" fmla="val 7339"/>
            </a:avLst>
          </a:prstGeom>
          <a:solidFill>
            <a:srgbClr val="F4F6F5"/>
          </a:solidFill>
          <a:ln w="1270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1744" y="3429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09176" y="4133088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Ответы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сразу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5833872"/>
            <a:ext cx="10844784" cy="0"/>
          </a:xfrm>
          <a:prstGeom prst="line">
            <a:avLst/>
          </a:prstGeom>
          <a:noFill/>
          <a:ln w="12700">
            <a:solidFill>
              <a:srgbClr val="E5EBE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58368" y="60167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Навигация становится важнее информации.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www/refund.esl.kz/docs/refund-pitch-deck/kazakhstan-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420624"/>
            <a:ext cx="6062472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" y="914400"/>
            <a:ext cx="5669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Единая точка входа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 всем государственным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02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услугам Казахстана.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3081528"/>
            <a:ext cx="4864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Хотим, чтобы каждый человек начинал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взаимодействие с государством с Refund.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" y="4754880"/>
            <a:ext cx="4315968" cy="1828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5212080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" y="51755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" kern="0" dirty="0">
                <a:solidFill>
                  <a:srgbClr val="0D7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55961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refund.esl.kz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5010912"/>
            <a:ext cx="859536" cy="8595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AA6A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— Pitch Deck</dc:title>
  <dc:subject>Инвесторская презентация Refund</dc:subject>
  <dc:creator>Refund</dc:creator>
  <cp:lastModifiedBy>Refund</cp:lastModifiedBy>
  <cp:revision>1</cp:revision>
  <dcterms:created xsi:type="dcterms:W3CDTF">2026-07-20T05:50:27Z</dcterms:created>
  <dcterms:modified xsi:type="dcterms:W3CDTF">2026-07-20T05:50:27Z</dcterms:modified>
</cp:coreProperties>
</file>