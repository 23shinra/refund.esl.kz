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100584" cy="100584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560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61320" y="64739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6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05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5852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Государственная поддержка есть.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0B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Найти её — проблема.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2423160"/>
            <a:ext cx="2148840" cy="475488"/>
          </a:xfrm>
          <a:prstGeom prst="roundRect">
            <a:avLst>
              <a:gd name="adj" fmla="val 23077"/>
            </a:avLst>
          </a:prstGeom>
          <a:solidFill>
            <a:srgbClr val="F3F6F4"/>
          </a:solidFill>
          <a:ln w="12700">
            <a:solidFill>
              <a:srgbClr val="F3F6F4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542032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A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55117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51560" y="25146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572768" y="2898648"/>
            <a:ext cx="0" cy="146304"/>
          </a:xfrm>
          <a:prstGeom prst="line">
            <a:avLst/>
          </a:prstGeom>
          <a:noFill/>
          <a:ln w="15240">
            <a:solidFill>
              <a:srgbClr val="E3EAE7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2920" y="3044952"/>
            <a:ext cx="2148840" cy="475488"/>
          </a:xfrm>
          <a:prstGeom prst="roundRect">
            <a:avLst>
              <a:gd name="adj" fmla="val 23077"/>
            </a:avLst>
          </a:prstGeom>
          <a:solidFill>
            <a:srgbClr val="F3F6F4"/>
          </a:solidFill>
          <a:ln w="12700">
            <a:solidFill>
              <a:srgbClr val="F3F6F4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3163824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A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17296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51560" y="313639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Законы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572768" y="3520440"/>
            <a:ext cx="0" cy="146304"/>
          </a:xfrm>
          <a:prstGeom prst="line">
            <a:avLst/>
          </a:prstGeom>
          <a:noFill/>
          <a:ln w="15240">
            <a:solidFill>
              <a:srgbClr val="E3EAE7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2920" y="3666744"/>
            <a:ext cx="2148840" cy="475488"/>
          </a:xfrm>
          <a:prstGeom prst="roundRect">
            <a:avLst>
              <a:gd name="adj" fmla="val 23077"/>
            </a:avLst>
          </a:prstGeom>
          <a:solidFill>
            <a:srgbClr val="F3F6F4"/>
          </a:solidFill>
          <a:ln w="12700">
            <a:solidFill>
              <a:srgbClr val="F3F6F4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3785616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A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794760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51560" y="375818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eGov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572768" y="4142232"/>
            <a:ext cx="0" cy="146304"/>
          </a:xfrm>
          <a:prstGeom prst="line">
            <a:avLst/>
          </a:prstGeom>
          <a:noFill/>
          <a:ln w="15240">
            <a:solidFill>
              <a:srgbClr val="E3EAE7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02920" y="4288536"/>
            <a:ext cx="2148840" cy="475488"/>
          </a:xfrm>
          <a:prstGeom prst="roundRect">
            <a:avLst>
              <a:gd name="adj" fmla="val 23077"/>
            </a:avLst>
          </a:prstGeom>
          <a:solidFill>
            <a:srgbClr val="F3F6F4"/>
          </a:solidFill>
          <a:ln w="12700">
            <a:solidFill>
              <a:srgbClr val="F3F6F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440740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A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441655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" y="437997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ЦОН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572768" y="4764024"/>
            <a:ext cx="0" cy="146304"/>
          </a:xfrm>
          <a:prstGeom prst="line">
            <a:avLst/>
          </a:prstGeom>
          <a:noFill/>
          <a:ln w="15240">
            <a:solidFill>
              <a:srgbClr val="E3EAE7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02920" y="4910328"/>
            <a:ext cx="2148840" cy="475488"/>
          </a:xfrm>
          <a:prstGeom prst="roundRect">
            <a:avLst>
              <a:gd name="adj" fmla="val 23077"/>
            </a:avLst>
          </a:prstGeom>
          <a:solidFill>
            <a:srgbClr val="FDECE9"/>
          </a:solidFill>
          <a:ln w="12700">
            <a:solidFill>
              <a:srgbClr val="FDECE9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5029200"/>
            <a:ext cx="237744" cy="237744"/>
          </a:xfrm>
          <a:prstGeom prst="ellipse">
            <a:avLst/>
          </a:prstGeom>
          <a:solidFill>
            <a:srgbClr val="E85D4C"/>
          </a:solidFill>
          <a:ln w="12700">
            <a:solidFill>
              <a:srgbClr val="E85D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5038344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51560" y="500176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Отказ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572768" y="5385816"/>
            <a:ext cx="0" cy="146304"/>
          </a:xfrm>
          <a:prstGeom prst="line">
            <a:avLst/>
          </a:prstGeom>
          <a:noFill/>
          <a:ln w="15240">
            <a:solidFill>
              <a:srgbClr val="E3EAE7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02920" y="5532120"/>
            <a:ext cx="2148840" cy="475488"/>
          </a:xfrm>
          <a:prstGeom prst="roundRect">
            <a:avLst>
              <a:gd name="adj" fmla="val 23077"/>
            </a:avLst>
          </a:prstGeom>
          <a:solidFill>
            <a:srgbClr val="F3F6F4"/>
          </a:solidFill>
          <a:ln w="12700">
            <a:solidFill>
              <a:srgbClr val="F3F6F4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8368" y="5650992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A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566013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51560" y="56235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Снова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063240" y="3977640"/>
            <a:ext cx="502920" cy="502920"/>
          </a:xfrm>
          <a:prstGeom prst="ellipse">
            <a:avLst/>
          </a:prstGeom>
          <a:solidFill>
            <a:srgbClr val="E7F5F0"/>
          </a:solidFill>
          <a:ln w="12700">
            <a:solidFill>
              <a:srgbClr val="E7F5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63240" y="40690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886200" y="2423160"/>
            <a:ext cx="2468880" cy="3657600"/>
          </a:xfrm>
          <a:prstGeom prst="roundRect">
            <a:avLst>
              <a:gd name="adj" fmla="val 8148"/>
            </a:avLst>
          </a:prstGeom>
          <a:solidFill>
            <a:srgbClr val="0D7A5F"/>
          </a:solidFill>
          <a:ln w="12700">
            <a:solidFill>
              <a:srgbClr val="0D7A5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0" y="26974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E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160520" y="315468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60520" y="317296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617720" y="31729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Найти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4160520" y="379476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60520" y="381304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617720" y="38130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Понять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4160520" y="443484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60520" y="445312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617720" y="445312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Оформить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4160520" y="507492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60520" y="509320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617720" y="5093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Получить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6720840" y="777240"/>
            <a:ext cx="4937760" cy="5349240"/>
          </a:xfrm>
          <a:prstGeom prst="roundRect">
            <a:avLst>
              <a:gd name="adj" fmla="val 4074"/>
            </a:avLst>
          </a:prstGeom>
          <a:solidFill>
            <a:srgbClr val="F3F6F4"/>
          </a:solidFill>
          <a:ln w="12700">
            <a:solidFill>
              <a:srgbClr val="F3F6F4">
                <a:alpha val="0"/>
              </a:srgbClr>
            </a:solidFill>
            <a:prstDash val="solid"/>
          </a:ln>
        </p:spPr>
      </p:sp>
      <p:pic>
        <p:nvPicPr>
          <p:cNvPr id="52" name="Image 0" descr="/var/www/refund.esl.kz/docs/refund-pitch-deck/chaos-vs-clar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03720" y="960120"/>
            <a:ext cx="4572000" cy="3246120"/>
          </a:xfrm>
          <a:prstGeom prst="rect">
            <a:avLst/>
          </a:prstGeom>
        </p:spPr>
      </p:pic>
      <p:sp>
        <p:nvSpPr>
          <p:cNvPr id="53" name="Text 50"/>
          <p:cNvSpPr/>
          <p:nvPr/>
        </p:nvSpPr>
        <p:spPr>
          <a:xfrm>
            <a:off x="6995160" y="4389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млн</a:t>
            </a:r>
            <a:endParaRPr lang="en-US" sz="2200" dirty="0"/>
          </a:p>
        </p:txBody>
      </p:sp>
      <p:sp>
        <p:nvSpPr>
          <p:cNvPr id="54" name="Text 51"/>
          <p:cNvSpPr/>
          <p:nvPr/>
        </p:nvSpPr>
        <p:spPr>
          <a:xfrm>
            <a:off x="6995160" y="48006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пользователей госуслуг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добавить данные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8549640" y="4389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ч</a:t>
            </a:r>
            <a:endParaRPr lang="en-US" sz="2200" dirty="0"/>
          </a:p>
        </p:txBody>
      </p:sp>
      <p:sp>
        <p:nvSpPr>
          <p:cNvPr id="56" name="Text 53"/>
          <p:cNvSpPr/>
          <p:nvPr/>
        </p:nvSpPr>
        <p:spPr>
          <a:xfrm>
            <a:off x="8549640" y="48006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средний путь до ответа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добавить данные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10104120" y="4389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%</a:t>
            </a:r>
            <a:endParaRPr lang="en-US" sz="2200" dirty="0"/>
          </a:p>
        </p:txBody>
      </p:sp>
      <p:sp>
        <p:nvSpPr>
          <p:cNvPr id="58" name="Text 55"/>
          <p:cNvSpPr/>
          <p:nvPr/>
        </p:nvSpPr>
        <p:spPr>
          <a:xfrm>
            <a:off x="10104120" y="48006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отказов из‑за ошибок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добавить данные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100584" cy="100584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560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61320" y="64739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6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Операционная система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0B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взаимодействия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0B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государством.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2834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каталог. Маршрут от вопроса к результату.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3383280"/>
            <a:ext cx="2286000" cy="713232"/>
          </a:xfrm>
          <a:prstGeom prst="roundRect">
            <a:avLst>
              <a:gd name="adj" fmla="val 17949"/>
            </a:avLst>
          </a:prstGeom>
          <a:solidFill>
            <a:srgbClr val="F3F6F4"/>
          </a:solidFill>
          <a:ln w="12700">
            <a:solidFill>
              <a:srgbClr val="F3F6F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512" y="3584448"/>
            <a:ext cx="310896" cy="310896"/>
          </a:xfrm>
          <a:prstGeom prst="ellipse">
            <a:avLst/>
          </a:prstGeom>
          <a:solidFill>
            <a:srgbClr val="E7F5F0"/>
          </a:solidFill>
          <a:ln w="12700">
            <a:solidFill>
              <a:srgbClr val="E7F5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3611880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358444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вы?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4251960"/>
            <a:ext cx="2286000" cy="713232"/>
          </a:xfrm>
          <a:prstGeom prst="roundRect">
            <a:avLst>
              <a:gd name="adj" fmla="val 17949"/>
            </a:avLst>
          </a:prstGeom>
          <a:solidFill>
            <a:srgbClr val="F3F6F4"/>
          </a:solidFill>
          <a:ln w="12700">
            <a:solidFill>
              <a:srgbClr val="F3F6F4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7512" y="4453128"/>
            <a:ext cx="310896" cy="310896"/>
          </a:xfrm>
          <a:prstGeom prst="ellipse">
            <a:avLst/>
          </a:prstGeom>
          <a:solidFill>
            <a:srgbClr val="E7F5F0"/>
          </a:solidFill>
          <a:ln w="12700">
            <a:solidFill>
              <a:srgbClr val="E7F5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4480560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445312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Меры поддержки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5120640"/>
            <a:ext cx="2286000" cy="713232"/>
          </a:xfrm>
          <a:prstGeom prst="roundRect">
            <a:avLst>
              <a:gd name="adj" fmla="val 17949"/>
            </a:avLst>
          </a:prstGeom>
          <a:solidFill>
            <a:srgbClr val="F3F6F4"/>
          </a:solidFill>
          <a:ln w="12700">
            <a:solidFill>
              <a:srgbClr val="F3F6F4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" y="5321808"/>
            <a:ext cx="310896" cy="310896"/>
          </a:xfrm>
          <a:prstGeom prst="ellipse">
            <a:avLst/>
          </a:prstGeom>
          <a:solidFill>
            <a:srgbClr val="E7F5F0"/>
          </a:solidFill>
          <a:ln w="12700">
            <a:solidFill>
              <a:srgbClr val="E7F5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5349240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532180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Инструкция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063240" y="3383280"/>
            <a:ext cx="2286000" cy="713232"/>
          </a:xfrm>
          <a:prstGeom prst="roundRect">
            <a:avLst>
              <a:gd name="adj" fmla="val 17949"/>
            </a:avLst>
          </a:prstGeom>
          <a:solidFill>
            <a:srgbClr val="F3F6F4"/>
          </a:solidFill>
          <a:ln w="12700">
            <a:solidFill>
              <a:srgbClr val="F3F6F4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27832" y="3584448"/>
            <a:ext cx="310896" cy="310896"/>
          </a:xfrm>
          <a:prstGeom prst="ellipse">
            <a:avLst/>
          </a:prstGeom>
          <a:solidFill>
            <a:srgbClr val="E7F5F0"/>
          </a:solidFill>
          <a:ln w="12700">
            <a:solidFill>
              <a:srgbClr val="E7F5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27832" y="3611880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0" y="358444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Документы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063240" y="4251960"/>
            <a:ext cx="2286000" cy="713232"/>
          </a:xfrm>
          <a:prstGeom prst="roundRect">
            <a:avLst>
              <a:gd name="adj" fmla="val 17949"/>
            </a:avLst>
          </a:prstGeom>
          <a:solidFill>
            <a:srgbClr val="F3F6F4"/>
          </a:solidFill>
          <a:ln w="12700">
            <a:solidFill>
              <a:srgbClr val="F3F6F4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27832" y="4453128"/>
            <a:ext cx="310896" cy="310896"/>
          </a:xfrm>
          <a:prstGeom prst="ellipse">
            <a:avLst/>
          </a:prstGeom>
          <a:solidFill>
            <a:srgbClr val="E7F5F0"/>
          </a:solidFill>
          <a:ln w="12700">
            <a:solidFill>
              <a:srgbClr val="E7F5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27832" y="4480560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0" y="445312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Специалист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063240" y="5120640"/>
            <a:ext cx="2286000" cy="713232"/>
          </a:xfrm>
          <a:prstGeom prst="roundRect">
            <a:avLst>
              <a:gd name="adj" fmla="val 17949"/>
            </a:avLst>
          </a:prstGeom>
          <a:solidFill>
            <a:srgbClr val="0D7A5F"/>
          </a:solidFill>
          <a:ln w="12700">
            <a:solidFill>
              <a:srgbClr val="0D7A5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27832" y="532180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27832" y="5349240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0" y="532180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818120" y="502920"/>
            <a:ext cx="3611880" cy="5943600"/>
          </a:xfrm>
          <a:prstGeom prst="roundRect">
            <a:avLst>
              <a:gd name="adj" fmla="val 10633"/>
            </a:avLst>
          </a:prstGeom>
          <a:solidFill>
            <a:srgbClr val="0B1F1A"/>
          </a:solidFill>
          <a:ln w="12700">
            <a:solidFill>
              <a:srgbClr val="0B1F1A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01000" y="713232"/>
            <a:ext cx="3246120" cy="5532120"/>
          </a:xfrm>
          <a:prstGeom prst="roundRect">
            <a:avLst>
              <a:gd name="adj" fmla="val 901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06840" y="868680"/>
            <a:ext cx="1234440" cy="128016"/>
          </a:xfrm>
          <a:prstGeom prst="roundRect">
            <a:avLst>
              <a:gd name="adj" fmla="val 57143"/>
            </a:avLst>
          </a:prstGeom>
          <a:solidFill>
            <a:srgbClr val="0B1F1A"/>
          </a:solidFill>
          <a:ln w="12700">
            <a:solidFill>
              <a:srgbClr val="0B1F1A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0" y="1280160"/>
            <a:ext cx="146304" cy="146304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58200" y="12344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229600" y="16916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 маршрут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0B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 поддержке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8229600" y="2606040"/>
            <a:ext cx="2788920" cy="658368"/>
          </a:xfrm>
          <a:prstGeom prst="roundRect">
            <a:avLst>
              <a:gd name="adj" fmla="val 16667"/>
            </a:avLst>
          </a:prstGeom>
          <a:solidFill>
            <a:srgbClr val="F3F6F4"/>
          </a:solidFill>
          <a:ln w="12700">
            <a:solidFill>
              <a:srgbClr val="F3F6F4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12480" y="2697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Семья и дети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412480" y="29535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меры подходят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229600" y="3383280"/>
            <a:ext cx="2788920" cy="658368"/>
          </a:xfrm>
          <a:prstGeom prst="roundRect">
            <a:avLst>
              <a:gd name="adj" fmla="val 16667"/>
            </a:avLst>
          </a:prstGeom>
          <a:solidFill>
            <a:srgbClr val="F3F6F4"/>
          </a:solidFill>
          <a:ln w="12700">
            <a:solidFill>
              <a:srgbClr val="F3F6F4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12480" y="34747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Пособие до 3 лет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412480" y="37307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Пошаговый план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229600" y="4160520"/>
            <a:ext cx="2788920" cy="658368"/>
          </a:xfrm>
          <a:prstGeom prst="roundRect">
            <a:avLst>
              <a:gd name="adj" fmla="val 16667"/>
            </a:avLst>
          </a:prstGeom>
          <a:solidFill>
            <a:srgbClr val="F3F6F4"/>
          </a:solidFill>
          <a:ln w="12700">
            <a:solidFill>
              <a:srgbClr val="F3F6F4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12480" y="42519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Документы собраны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412480" y="45079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из 5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229600" y="5074920"/>
            <a:ext cx="2788920" cy="640080"/>
          </a:xfrm>
          <a:prstGeom prst="roundRect">
            <a:avLst>
              <a:gd name="adj" fmla="val 20000"/>
            </a:avLst>
          </a:prstGeom>
          <a:solidFill>
            <a:srgbClr val="0D7A5F"/>
          </a:solidFill>
          <a:ln w="12700">
            <a:solidFill>
              <a:srgbClr val="0D7A5F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29600" y="52120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Получить помощь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100584" cy="100584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560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61320" y="64739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6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Бесплатно для граждан.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0B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Платно для специалистов.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3566160" cy="3246120"/>
          </a:xfrm>
          <a:prstGeom prst="roundRect">
            <a:avLst>
              <a:gd name="adj" fmla="val 5634"/>
            </a:avLst>
          </a:prstGeom>
          <a:solidFill>
            <a:srgbClr val="F3F6F4"/>
          </a:solidFill>
          <a:ln w="12700">
            <a:solidFill>
              <a:srgbClr val="F3F6F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606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4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291840"/>
            <a:ext cx="201168" cy="20116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26440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61288" y="32461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Информация бесплатно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3931920"/>
            <a:ext cx="201168" cy="20116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90448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61288" y="38862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Маршрут за минуты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4572000"/>
            <a:ext cx="201168" cy="20116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54456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61288" y="45262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Помощь по запросу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297680" y="2331720"/>
            <a:ext cx="3566160" cy="3246120"/>
          </a:xfrm>
          <a:prstGeom prst="roundRect">
            <a:avLst>
              <a:gd name="adj" fmla="val 5634"/>
            </a:avLst>
          </a:prstGeom>
          <a:solidFill>
            <a:srgbClr val="E7F5F0"/>
          </a:solidFill>
          <a:ln w="12700">
            <a:solidFill>
              <a:srgbClr val="E7F5F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2606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Партнёр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617720" y="3291840"/>
            <a:ext cx="201168" cy="20116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326440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56048" y="32461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Подписка 9 990 ₸/мес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617720" y="3931920"/>
            <a:ext cx="201168" cy="20116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390448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56048" y="38862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5 направлений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617720" y="4572000"/>
            <a:ext cx="201168" cy="20116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454456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56048" y="45262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Готовые заявки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092440" y="2331720"/>
            <a:ext cx="3566160" cy="3246120"/>
          </a:xfrm>
          <a:prstGeom prst="roundRect">
            <a:avLst>
              <a:gd name="adj" fmla="val 5634"/>
            </a:avLst>
          </a:prstGeom>
          <a:solidFill>
            <a:srgbClr val="0D7A5F"/>
          </a:solidFill>
          <a:ln w="12700">
            <a:solidFill>
              <a:srgbClr val="0D7A5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0" y="2606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8412480" y="3291840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0" y="326440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750808" y="32461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Подписки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8412480" y="3931920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0" y="390448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750808" y="38862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Сопровождение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8412480" y="4572000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12480" y="454456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750808" y="45262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Масштаб платформы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502920" y="585216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запрос  →  заявка  →  подписка  →  выручка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100584" cy="100584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560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61320" y="64739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6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Рынок готов.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0B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Окно открыто.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2468880"/>
            <a:ext cx="2697480" cy="3200400"/>
          </a:xfrm>
          <a:prstGeom prst="roundRect">
            <a:avLst>
              <a:gd name="adj" fmla="val 6780"/>
            </a:avLst>
          </a:prstGeom>
          <a:solidFill>
            <a:srgbClr val="F3F6F4"/>
          </a:solidFill>
          <a:ln w="12700">
            <a:solidFill>
              <a:srgbClr val="F3F6F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834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млн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77240" y="37490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пользователей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0B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госуслуг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4937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добавить данные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2468880"/>
            <a:ext cx="2697480" cy="3200400"/>
          </a:xfrm>
          <a:prstGeom prst="roundRect">
            <a:avLst>
              <a:gd name="adj" fmla="val 6780"/>
            </a:avLst>
          </a:prstGeom>
          <a:solidFill>
            <a:srgbClr val="0D7A5F"/>
          </a:solidFill>
          <a:ln w="12700">
            <a:solidFill>
              <a:srgbClr val="0D7A5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834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657600" y="37490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цифровизация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государства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57600" y="4937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8E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тренд уже здесь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2468880"/>
            <a:ext cx="2697480" cy="3200400"/>
          </a:xfrm>
          <a:prstGeom prst="roundRect">
            <a:avLst>
              <a:gd name="adj" fmla="val 6780"/>
            </a:avLst>
          </a:prstGeom>
          <a:solidFill>
            <a:srgbClr val="F3F6F4"/>
          </a:solidFill>
          <a:ln w="12700">
            <a:solidFill>
              <a:srgbClr val="F3F6F4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2834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537960" y="37490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персональный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0B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подбор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37960" y="4937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стало возможным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0" y="2468880"/>
            <a:ext cx="2697480" cy="3200400"/>
          </a:xfrm>
          <a:prstGeom prst="roundRect">
            <a:avLst>
              <a:gd name="adj" fmla="val 6780"/>
            </a:avLst>
          </a:prstGeom>
          <a:solidFill>
            <a:srgbClr val="F3F6F4"/>
          </a:solidFill>
          <a:ln w="12700">
            <a:solidFill>
              <a:srgbClr val="F3F6F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0" y="2834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9418320" y="37490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мер поддержки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0B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всё больше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418320" y="4937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сложность растёт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100584" cy="100584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560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61320" y="64739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6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05</a:t>
            </a:r>
            <a:endParaRPr lang="en-US" sz="800" dirty="0"/>
          </a:p>
        </p:txBody>
      </p:sp>
      <p:pic>
        <p:nvPicPr>
          <p:cNvPr id="5" name="Image 0" descr="/var/www/refund.esl.kz/docs/refund-pitch-deck/os-kazakhsta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320040"/>
            <a:ext cx="6217920" cy="6217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640080"/>
            <a:ext cx="5943600" cy="5394960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00584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Единая точка входа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0B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 всем государственным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0B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услугам Казахстана.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02920" y="32004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B7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 хотим, чтобы первым шагом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6B7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любом взаимодействии человека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6B7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государством был Refund.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2920" y="4617720"/>
            <a:ext cx="2926080" cy="0"/>
          </a:xfrm>
          <a:prstGeom prst="line">
            <a:avLst/>
          </a:prstGeom>
          <a:noFill/>
          <a:ln w="31750">
            <a:solidFill>
              <a:srgbClr val="0D7A5F"/>
            </a:solidFill>
            <a:prstDash val="solid"/>
            <a:tailEnd type="none"/>
          </a:ln>
        </p:spPr>
      </p:sp>
      <p:sp>
        <p:nvSpPr>
          <p:cNvPr id="10" name="Shape 7"/>
          <p:cNvSpPr/>
          <p:nvPr/>
        </p:nvSpPr>
        <p:spPr>
          <a:xfrm>
            <a:off x="502920" y="4983480"/>
            <a:ext cx="164592" cy="164592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49377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02920" y="5349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refund.esl.kz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977640" y="4800600"/>
            <a:ext cx="1234440" cy="1234440"/>
          </a:xfrm>
          <a:prstGeom prst="roundRect">
            <a:avLst>
              <a:gd name="adj" fmla="val 8889"/>
            </a:avLst>
          </a:prstGeom>
          <a:solidFill>
            <a:srgbClr val="F3F6F4"/>
          </a:solidFill>
          <a:ln w="12700">
            <a:solidFill>
              <a:srgbClr val="F3F6F4">
                <a:alpha val="0"/>
              </a:srgbClr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493776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Refund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Refund — Demo Day Pitch</dc:title>
  <dc:subject>Операционная система взаимодействия с государством</dc:subject>
  <dc:creator>Refund</dc:creator>
  <cp:lastModifiedBy>Refund</cp:lastModifiedBy>
  <cp:revision>1</cp:revision>
  <dcterms:created xsi:type="dcterms:W3CDTF">2026-07-20T06:02:59Z</dcterms:created>
  <dcterms:modified xsi:type="dcterms:W3CDTF">2026-07-20T06:02:59Z</dcterms:modified>
</cp:coreProperties>
</file>